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9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24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068DC-B2EA-4CC8-9739-BB0F3F83886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E7A0F-81D0-4587-8794-A3D07CBE1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9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5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0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6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1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0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1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5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7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3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0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6A993-3CF7-46BB-B57D-D0AF6EEA7A5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31895-DCDC-43B0-BE5C-A75973BC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766776-D316-A92F-5AC8-A2F57334A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83527"/>
              </p:ext>
            </p:extLst>
          </p:nvPr>
        </p:nvGraphicFramePr>
        <p:xfrm>
          <a:off x="187036" y="0"/>
          <a:ext cx="6670964" cy="6284922"/>
        </p:xfrm>
        <a:graphic>
          <a:graphicData uri="http://schemas.openxmlformats.org/drawingml/2006/table">
            <a:tbl>
              <a:tblPr/>
              <a:tblGrid>
                <a:gridCol w="717951">
                  <a:extLst>
                    <a:ext uri="{9D8B030D-6E8A-4147-A177-3AD203B41FA5}">
                      <a16:colId xmlns:a16="http://schemas.microsoft.com/office/drawing/2014/main" val="483855584"/>
                    </a:ext>
                  </a:extLst>
                </a:gridCol>
                <a:gridCol w="2527788">
                  <a:extLst>
                    <a:ext uri="{9D8B030D-6E8A-4147-A177-3AD203B41FA5}">
                      <a16:colId xmlns:a16="http://schemas.microsoft.com/office/drawing/2014/main" val="3529275815"/>
                    </a:ext>
                  </a:extLst>
                </a:gridCol>
                <a:gridCol w="912396">
                  <a:extLst>
                    <a:ext uri="{9D8B030D-6E8A-4147-A177-3AD203B41FA5}">
                      <a16:colId xmlns:a16="http://schemas.microsoft.com/office/drawing/2014/main" val="3174438469"/>
                    </a:ext>
                  </a:extLst>
                </a:gridCol>
                <a:gridCol w="882482">
                  <a:extLst>
                    <a:ext uri="{9D8B030D-6E8A-4147-A177-3AD203B41FA5}">
                      <a16:colId xmlns:a16="http://schemas.microsoft.com/office/drawing/2014/main" val="1900763055"/>
                    </a:ext>
                  </a:extLst>
                </a:gridCol>
                <a:gridCol w="912396">
                  <a:extLst>
                    <a:ext uri="{9D8B030D-6E8A-4147-A177-3AD203B41FA5}">
                      <a16:colId xmlns:a16="http://schemas.microsoft.com/office/drawing/2014/main" val="2633936094"/>
                    </a:ext>
                  </a:extLst>
                </a:gridCol>
                <a:gridCol w="717951">
                  <a:extLst>
                    <a:ext uri="{9D8B030D-6E8A-4147-A177-3AD203B41FA5}">
                      <a16:colId xmlns:a16="http://schemas.microsoft.com/office/drawing/2014/main" val="2932928290"/>
                    </a:ext>
                  </a:extLst>
                </a:gridCol>
              </a:tblGrid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S.L No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Name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Stock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0716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Lifebuoy Soap 100g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68057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Sprite 1L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669357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 Coffee 200g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271776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Potato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79869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Bank 10000mAh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07195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Nazirshail Rice 5kg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00042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Flour (Atta) 2kg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45324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Peanut 500g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26051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Deshi Egg (12 pcs)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92348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Oral Saline (ORS)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90305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Biscuits (Mixed)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548513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Bottle 1L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00724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T-shirt (Men)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72018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Clear Men Shampoo 180ml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782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31383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Vim Dishwashing Bar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181833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Fresh Sugar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22590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Onion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21846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Robi Internet Pack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79211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Wheel Washing Powder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201680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Lentil (Dal)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734731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Miniket Rice 5kg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41474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Rupchanda Soyabean Oil 1L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886792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Shoes Polish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7598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Taaza Black Tea 400g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07781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Wallet (Men)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940721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T-shirt (Women)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361955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Earphones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275700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 Fresh Milk 1L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505872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Pepsi 1L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584112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Sunsilk Shampoo 180ml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0897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 Internet Pack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23933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Broiler Chicken (whole)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79910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Horlicks 500g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407089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ACI Pure Salt 1kg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825876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Banglalink Internet Pack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43821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Chanachur 200g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68485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Bashundhara Tissue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152564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Green Chili 100g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848937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Ladies Bag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at_risk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195167"/>
                  </a:ext>
                </a:extLst>
              </a:tr>
              <a:tr h="149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Lux Soap 100g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</a:t>
                      </a:r>
                    </a:p>
                  </a:txBody>
                  <a:tcPr marL="7482" marR="7482" marT="74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2" marR="7482" marT="74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2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3661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868</TotalTime>
  <Words>327</Words>
  <Application>Microsoft Office PowerPoint</Application>
  <PresentationFormat>A4 Paper (210x297 mm)</PresentationFormat>
  <Paragraphs>210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Kaium</dc:creator>
  <cp:lastModifiedBy>Abdul Kaium</cp:lastModifiedBy>
  <cp:revision>3</cp:revision>
  <dcterms:created xsi:type="dcterms:W3CDTF">2026-05-10T04:52:47Z</dcterms:created>
  <dcterms:modified xsi:type="dcterms:W3CDTF">2026-05-13T00:47:10Z</dcterms:modified>
</cp:coreProperties>
</file>